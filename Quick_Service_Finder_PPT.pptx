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998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106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288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69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353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54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713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57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499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83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85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467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Quick Service Finder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Smart Local Service Discovery and Booking Platform</a:t>
            </a:r>
            <a:endParaRPr lang="en-US" dirty="0"/>
          </a:p>
          <a:p>
            <a:endParaRPr lang="en-IN" dirty="0"/>
          </a:p>
          <a:p>
            <a:pPr marL="0" indent="0">
              <a:buNone/>
            </a:pPr>
            <a:endParaRPr dirty="0"/>
          </a:p>
          <a:p>
            <a:r>
              <a:rPr lang="en-US" dirty="0"/>
              <a:t>Team Members:</a:t>
            </a:r>
          </a:p>
          <a:p>
            <a:r>
              <a:rPr lang="en-US" sz="1800" dirty="0"/>
              <a:t>G SASIDHAR- 2320030275(TEAM LEAD)</a:t>
            </a:r>
          </a:p>
          <a:p>
            <a:r>
              <a:rPr lang="en-US" sz="1800" dirty="0"/>
              <a:t>G AKASH – 2320030489</a:t>
            </a:r>
          </a:p>
          <a:p>
            <a:r>
              <a:rPr lang="en-US" sz="1800" dirty="0"/>
              <a:t>D NITHIN REDDY-2320030430</a:t>
            </a:r>
          </a:p>
          <a:p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 to find and book local services easily.</a:t>
            </a:r>
          </a:p>
          <a:p>
            <a:r>
              <a:t>Saves time and effort.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 to find trusted services</a:t>
            </a:r>
          </a:p>
          <a:p>
            <a:r>
              <a:t>Time-consuming process</a:t>
            </a:r>
          </a:p>
          <a:p>
            <a:r>
              <a:t>No central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app to search and book services</a:t>
            </a:r>
          </a:p>
          <a:p>
            <a:r>
              <a:t>Quick and easy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Login/Register</a:t>
            </a:r>
          </a:p>
          <a:p>
            <a:r>
              <a:t>Service Listing</a:t>
            </a:r>
          </a:p>
          <a:p>
            <a:r>
              <a:t>Booking System</a:t>
            </a:r>
          </a:p>
          <a:p>
            <a:r>
              <a:t>Admin Panel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CSS, JS/React</a:t>
            </a:r>
          </a:p>
          <a:p>
            <a:r>
              <a:t>Backend: Python Flask</a:t>
            </a:r>
          </a:p>
          <a:p>
            <a:r>
              <a:t>Database: SQLite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↔ Backend ↔ Database interaction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 → Search → Book → Admin manages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to use</a:t>
            </a:r>
          </a:p>
          <a:p>
            <a:r>
              <a:t>Saves time</a:t>
            </a:r>
          </a:p>
          <a:p>
            <a:r>
              <a:t>Future: payments, mobile 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Efficient platform for local services</a:t>
            </a:r>
          </a:p>
          <a:p>
            <a:r>
              <a:t>Improves accessibility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4</TotalTime>
  <Words>137</Words>
  <Application>Microsoft Office PowerPoint</Application>
  <PresentationFormat>On-screen Show (4:3)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Rockwell</vt:lpstr>
      <vt:lpstr>Rockwell Condensed</vt:lpstr>
      <vt:lpstr>Wingdings</vt:lpstr>
      <vt:lpstr>Wood Type</vt:lpstr>
      <vt:lpstr>Quick Service Finder</vt:lpstr>
      <vt:lpstr>Introduction</vt:lpstr>
      <vt:lpstr>Problem Statement</vt:lpstr>
      <vt:lpstr>Solution</vt:lpstr>
      <vt:lpstr>Features</vt:lpstr>
      <vt:lpstr>Technology Stack</vt:lpstr>
      <vt:lpstr>System Architecture</vt:lpstr>
      <vt:lpstr>Working Process</vt:lpstr>
      <vt:lpstr>Advantages &amp; 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 S KAUSHIK REDDY</cp:lastModifiedBy>
  <cp:revision>2</cp:revision>
  <dcterms:created xsi:type="dcterms:W3CDTF">2013-01-27T09:14:16Z</dcterms:created>
  <dcterms:modified xsi:type="dcterms:W3CDTF">2026-04-22T15:25:54Z</dcterms:modified>
  <cp:category/>
</cp:coreProperties>
</file>